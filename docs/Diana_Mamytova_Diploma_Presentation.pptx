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DIPLOMA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Development of a Multi-Branch</a:t>
            </a:r>
            <a:br/>
            <a:r>
              <a:t>Coffee Shop Management Web Application</a:t>
            </a:r>
            <a:br/>
            <a:r>
              <a:t>Using Spring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</a:defRPr>
            </a:pPr>
            <a:r>
              <a:t>Student: Diana Mamytova  |  Group: COM22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</a:defRPr>
            </a:pPr>
            <a:r>
              <a:t>Adviser: Nargiza Zhumalieva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The hospitality industry is undergoing rapid digital transformation.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Multi-branch coffee shops require centralized, scalable, and secure management systems.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This project proposes a production-ready web solution for digital reservation, menu management, and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</a:defRPr>
            </a:pPr>
            <a:r>
              <a:t>Many coffee shops still rely on manual processes for reservations and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Reservation conflicts and overlapping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08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Lack of centralized branch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39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5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947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Limited data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5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No integrated QR-based ecosystem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2064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5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663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Poor customer interaction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and Market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Existing Systems Analyzed: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1148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OpenTable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1148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Toast 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41148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Square for 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Key Observations: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50292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488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High subscription costs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50292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Limited customization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83280"/>
            <a:ext cx="50292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429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SaaS dependency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50292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Restricted data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Identified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</a:defRPr>
            </a:pPr>
            <a:r>
              <a:t>There is no lightweight, fully customizable, production-ready web application</a:t>
            </a:r>
            <a:br/>
            <a:r>
              <a:t>designed specifically for multi-branch coffee shops that: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80360"/>
            <a:ext cx="274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Provides centralized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274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Supports branch-level autonomy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069080"/>
            <a:ext cx="274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Implements a customizable anti-overlap reservation algorithm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663440"/>
            <a:ext cx="274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Integrates QR services into a single ecosystem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257800"/>
            <a:ext cx="27432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Ensures full data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</a:defRPr>
            </a:pPr>
            <a:r>
              <a:t>To design and develop a full-stack web application that: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Supports multiple coffee shop branches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Provides secure authentication (JWT + Google OAuth)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Prevents reservation conflicts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Includes analytics and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892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Integrates QR-based functionality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86400"/>
            <a:ext cx="100584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532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Uses modern production-ready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743200" cy="27432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Java Spring Boot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Spring Security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(JWT + OAuth2)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Spring Data JPA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Hibernate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27432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React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HTML, CSS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27432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27432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Other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Swagger (OpenAPI)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Docker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CI/CD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Architecture Type: Layered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572000" cy="6400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Controller Layer  — 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79"/>
            <a:ext cx="4572000" cy="6400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Service Layer  —  Business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4572000" cy="64008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Repository Layer  —  Database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BBCC"/>
                </a:solidFill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BBCC"/>
                </a:solidFill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Key Features: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103120"/>
            <a:ext cx="45720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488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Stateless authentication (JWT)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743200"/>
            <a:ext cx="45720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788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383280"/>
            <a:ext cx="45720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REST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023360"/>
            <a:ext cx="4572000" cy="5029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069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Dockerized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Register and login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View menu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Book tables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Leave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475488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Manage tables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Approve/cancel reservations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CRUD menu &amp; categories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Moderate reviews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View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475488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47472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444"/>
                </a:solidFill>
              </a:defRPr>
            </a:pPr>
            <a:r>
              <a:t>SUPERADMIN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Manage branches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Manage administrators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System-level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Core Functional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5176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Authentication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65176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Multi-Branch Management Module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6517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Reservation Engine (anti-overlap)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64592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164592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9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Menu &amp; Category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26517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Review and Rating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84048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840480"/>
            <a:ext cx="2651760" cy="54864"/>
          </a:xfrm>
          <a:prstGeom prst="rect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297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Analytics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40480"/>
            <a:ext cx="2651760" cy="18288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26517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97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QR Ecosystem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Reservation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Time-slot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505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Prevention of overlapping reservations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82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Reservation editing and cancellation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136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Administrator approval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73152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Capacity-aware booking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This ensures operational reliability and fairness.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QR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25603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828800"/>
            <a:ext cx="1097280" cy="10972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each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Direct menu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51760" cy="25603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1097280" cy="10972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each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Branch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651760" cy="25603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0" y="1828800"/>
            <a:ext cx="1097280" cy="10972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 code for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Promotional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645920"/>
            <a:ext cx="2651760" cy="25603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0" y="1828800"/>
            <a:ext cx="1097280" cy="10972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QR-based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Customer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Improves customer experience and reduces operational friction.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Database Design (ER Concept)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459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</a:defRPr>
            </a:pPr>
            <a:r>
              <a:t>Branch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FF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488"/>
                </a:solidFill>
              </a:defRPr>
            </a:pPr>
            <a:r>
              <a:t>Reservation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4747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7490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4747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490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MenuItem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474720"/>
            <a:ext cx="2011680" cy="1097280"/>
          </a:xfrm>
          <a:prstGeom prst="roundRect">
            <a:avLst/>
          </a:prstGeom>
          <a:solidFill>
            <a:srgbClr val="27274A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7490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Relationships: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Branch has many Tables  |  Branch has many MenuItems  |  User creates Reservations  |  User writes Reviews  |  Reservation belongs to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Analytics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Daily reservation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50292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Branch performance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50292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Reservation trends over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50292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Graph-based data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2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3474720"/>
            <a:ext cx="457200" cy="1828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743199"/>
            <a:ext cx="457200" cy="2560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3840479"/>
            <a:ext cx="457200" cy="14630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2377439"/>
            <a:ext cx="457200" cy="2926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0" y="3108959"/>
            <a:ext cx="457200" cy="2194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Supports data-driven decision-making.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Minimum Viable Product (MVP)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099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User registration and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957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9572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Branch-based menu 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815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8152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Online table reservation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67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673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Reservation approval by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53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531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Basic analytics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10058400" cy="54864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38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</a:defRPr>
            </a:pPr>
            <a: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389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QR menu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Task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755648"/>
            <a:ext cx="274320" cy="2743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7592" y="2029968"/>
            <a:ext cx="36576" cy="45720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Research and System Design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2532888"/>
            <a:ext cx="274320" cy="2743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07592" y="2807208"/>
            <a:ext cx="36576" cy="45720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688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Database and Backend Development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310128"/>
            <a:ext cx="274320" cy="2743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07592" y="3584448"/>
            <a:ext cx="36576" cy="45720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46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Frontend Development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087368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07592" y="4361688"/>
            <a:ext cx="36576" cy="45720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023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Integration and 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0" y="4864607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7592" y="5138927"/>
            <a:ext cx="36576" cy="45720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800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05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Dockerization and 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1188720" y="5641847"/>
            <a:ext cx="274320" cy="274320"/>
          </a:xfrm>
          <a:prstGeom prst="ellipse">
            <a:avLst/>
          </a:prstGeom>
          <a:solidFill>
            <a:srgbClr val="FF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577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88"/>
                </a:solidFill>
              </a:defRPr>
            </a:pPr>
            <a:r>
              <a:t>Phase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778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Documentation and Final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Testing and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36576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Unit testing (JUnit)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Integration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474720" cy="36576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64592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Swagger API documentation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3474720" cy="36576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645920"/>
            <a:ext cx="34747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Docker containerization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CI/CD pipeline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For Coffee Shop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Full control over business data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Reduced booking conflicts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Centralized multi-branch management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Cost-effective alternative to SaaS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For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Convenient online booking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Transparent menu and pricing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Fast QR-based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Online payment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0584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AI-based demand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Customer recommendation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0584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77639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06907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Mobile application 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79"/>
            <a:ext cx="10058400" cy="59436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754879"/>
            <a:ext cx="73152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84631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References (APA Style)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7315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Fielding, R. T. (2000). Architectural styles and the design of network-based software architectures. Doctoral dissertation, University of California, Irvine.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7315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Porter, M. E. (1985). Competitive advantage: Creating and sustaining superior performance. Free Press.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7315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OpenTable. (2023). Restaurant reservation management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15600" cy="7315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Square, Inc. (2023). Digital transformation in restaurants.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515600" cy="731520"/>
          </a:xfrm>
          <a:prstGeom prst="roundRect">
            <a:avLst/>
          </a:prstGeom>
          <a:solidFill>
            <a:srgbClr val="27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Toast, Inc. (2023). Restaurant technology solutions.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CC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